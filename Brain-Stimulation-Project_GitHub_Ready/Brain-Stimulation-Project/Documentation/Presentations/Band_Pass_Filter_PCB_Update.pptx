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Brain Stimulation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Band-Pass Filter PCB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877824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band-pass filter is now incorporated into the daughter-card PCB design with the isolated control, reference, and DAC circuitry.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61320" cy="3977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0" descr="/mnt/data/image(20261028-16400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131" y="1563624"/>
            <a:ext cx="9554979" cy="3867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916168"/>
            <a:ext cx="106253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PCB layout showing the integrated analog section on the isolated side of the board.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Analog / Filter Section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877824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filter and analog components are grouped near the DAC and reference circuitry to keep signal routing compact. ISO_GND remains separated from the non-isolated ground domain.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53212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0" descr="/mnt/data/image(20261028-164003).png">    </p:cNvPr>
          <p:cNvPicPr>
            <a:picLocks noChangeAspect="1"/>
          </p:cNvPicPr>
          <p:nvPr/>
        </p:nvPicPr>
        <p:blipFill>
          <a:blip r:embed="rId1"/>
          <a:srcRect l="22906" r="22906" t="0" b="0"/>
          <a:stretch/>
        </p:blipFill>
        <p:spPr>
          <a:xfrm>
            <a:off x="694944" y="1627632"/>
            <a:ext cx="5422392" cy="4050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82512" y="1572768"/>
            <a:ext cx="5138928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1" descr="/mnt/data/image(20261028-164126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932648"/>
            <a:ext cx="5029200" cy="3440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5769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Board-level view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10528" y="57698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Close-up of reference / DAC area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Parts Ordered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877824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order includes the ISO1642 isolator, AD5662 DAC, Raspberry Pi Pico, OPA197 op-amps, precision resistors, capacitors, and board headers needed for assembly.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101852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0" descr="/mnt/data/image(20261028-16415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40458"/>
            <a:ext cx="10908792" cy="42080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071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DigiKey shopping cart / component list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PCB Ordered from JLCPCB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877824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PCB order has completed fabrication, electrical test, and final inspection. At the time of this update, the boards were moving from the workshop to the warehouse.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0128" y="1417320"/>
            <a:ext cx="5577840" cy="4892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0" descr="/mnt/data/image(20261028-16441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8438" y="1472184"/>
            <a:ext cx="4461221" cy="47823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877824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boards and components arrive, the next stage is assembly and hardware bring-up. Testing will verify power rails, isolation, DAC operation, and the band-pass filter frequency response.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2240280"/>
            <a:ext cx="2971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3970">
            <a:solidFill>
              <a:srgbClr val="BBB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7048" y="2368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Assemble PCB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7048" y="2816352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Populate the ordered components and inspect solder joints.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99432" y="2240280"/>
            <a:ext cx="2971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397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024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57800" y="2368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Bring-Up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57800" y="2816352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power, grounds, isolation, and DAC communication.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02752" y="2240280"/>
            <a:ext cx="2971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397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2368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Test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61120" y="2816352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the band-pass response and compare it with the design target.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14216" y="2715768"/>
            <a:ext cx="384048" cy="457200"/>
          </a:xfrm>
          <a:prstGeom prst="chevron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4968" y="2715768"/>
            <a:ext cx="384048" cy="457200"/>
          </a:xfrm>
          <a:prstGeom prst="chevron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0792" y="4069080"/>
            <a:ext cx="4160520" cy="15727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19" name="Image 0" descr="/mnt/data/image(20261028-164126).png">    </p:cNvPr>
          <p:cNvPicPr>
            <a:picLocks noChangeAspect="1"/>
          </p:cNvPicPr>
          <p:nvPr/>
        </p:nvPicPr>
        <p:blipFill>
          <a:blip r:embed="rId1"/>
          <a:srcRect l="0" r="0" t="23604" b="23604"/>
          <a:stretch/>
        </p:blipFill>
        <p:spPr>
          <a:xfrm>
            <a:off x="4105656" y="4123944"/>
            <a:ext cx="4050792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Band-Pass Filter PCB Integration</dc:title>
  <dc:subject>Band-pass filter PCB integration update</dc:subject>
  <dc:creator>OpenAI</dc:creator>
  <cp:lastModifiedBy>OpenAI</cp:lastModifiedBy>
  <cp:revision>1</cp:revision>
  <dcterms:created xsi:type="dcterms:W3CDTF">2026-10-28T16:46:13Z</dcterms:created>
  <dcterms:modified xsi:type="dcterms:W3CDTF">2026-10-28T16:46:13Z</dcterms:modified>
</cp:coreProperties>
</file>